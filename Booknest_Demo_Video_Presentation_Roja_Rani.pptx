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Booknest: Where Stories Nestle</a:t>
            </a:r>
          </a:p>
          <a:p/>
          <a:p>
            <a:r>
              <a:t>Developed by: Roja Rani</a:t>
            </a:r>
          </a:p>
          <a:p>
            <a:r>
              <a:t>College: SRK Institute of Technology</a:t>
            </a:r>
          </a:p>
          <a:p>
            <a:r>
              <a:t>Guide: V Sreenivas</a:t>
            </a:r>
          </a:p>
          <a:p>
            <a:r>
              <a:t>Domain: Full Stack Development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Booknest is a full stack web application developed using MERN stack.</a:t>
            </a:r>
          </a:p>
          <a:p>
            <a:r>
              <a:t>It allows users to browse, search, and explore books online.</a:t>
            </a:r>
          </a:p>
          <a:p>
            <a:r>
              <a:t>It provides a modern and responsive user interface.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Provide digital platform for book lovers</a:t>
            </a:r>
          </a:p>
          <a:p>
            <a:r>
              <a:t>• Easy browsing and searching</a:t>
            </a:r>
          </a:p>
          <a:p>
            <a:r>
              <a:t>• Responsive design</a:t>
            </a:r>
          </a:p>
          <a:p>
            <a:r>
              <a:t>• Efficient database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HTML, CSS, JavaScript, Bootstrap, React.js</a:t>
            </a:r>
          </a:p>
          <a:p>
            <a:r>
              <a:t>Backend: Node.js, Express.js</a:t>
            </a:r>
          </a:p>
          <a:p>
            <a:r>
              <a:t>Database: MongoDB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Client: React.js frontend</a:t>
            </a:r>
          </a:p>
          <a:p>
            <a:r>
              <a:t>Server: Node.js and Express.js</a:t>
            </a:r>
          </a:p>
          <a:p>
            <a:r>
              <a:t>Database: MongoDB</a:t>
            </a:r>
          </a:p>
          <a:p>
            <a:r>
              <a:t>Communication via REST API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View books</a:t>
            </a:r>
          </a:p>
          <a:p>
            <a:r>
              <a:t>• Search books</a:t>
            </a:r>
          </a:p>
          <a:p>
            <a:r>
              <a:t>• Responsive design</a:t>
            </a:r>
          </a:p>
          <a:p>
            <a:r>
              <a:t>• Fast performance</a:t>
            </a:r>
          </a:p>
          <a:p>
            <a:r>
              <a:t>• User-friendly interface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 developed using React.js</a:t>
            </a:r>
          </a:p>
          <a:p>
            <a:r>
              <a:t>Backend developed using Node.js and Express.js</a:t>
            </a:r>
          </a:p>
          <a:p>
            <a:r>
              <a:t>MongoDB used to store book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Application runs successfully</a:t>
            </a:r>
          </a:p>
          <a:p>
            <a:r>
              <a:t>Provides smooth and efficient user experience</a:t>
            </a:r>
          </a:p>
          <a:p>
            <a:r>
              <a:t>Responsive on multiple devices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Booknest demonstrates MERN stack capabilities</a:t>
            </a:r>
          </a:p>
          <a:p>
            <a:r>
              <a:t>Provides efficient and scalable web application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</a:t>
            </a:r>
          </a:p>
          <a:p>
            <a:r>
              <a:t>Project Demo by Roja Rani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